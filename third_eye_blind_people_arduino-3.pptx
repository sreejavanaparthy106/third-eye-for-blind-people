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Assistive Technology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3rd Eye project helps blind people detect obstacles.</a:t>
            </a:r>
          </a:p>
          <a:p>
            <a:r>
              <a:t>It uses ultrasonic sensors with Arduino.</a:t>
            </a:r>
          </a:p>
          <a:p>
            <a:r>
              <a:t>A buzzer alerts the user when an object is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 visually impaired people move safely</a:t>
            </a:r>
          </a:p>
          <a:p>
            <a:r>
              <a:t>• Detect obstacles using sensors</a:t>
            </a:r>
          </a:p>
          <a:p>
            <a:r>
              <a:t>• Provide alert using buzzer sound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</a:t>
            </a:r>
          </a:p>
          <a:p>
            <a:r>
              <a:t>• Ultrasonic Sensor (HC-SR04)</a:t>
            </a:r>
          </a:p>
          <a:p>
            <a:r>
              <a:t>• Buzzer</a:t>
            </a:r>
          </a:p>
          <a:p>
            <a:r>
              <a:t>• Jumper Wires</a:t>
            </a:r>
          </a:p>
          <a:p>
            <a:r>
              <a:t>• Breadboard</a:t>
            </a:r>
          </a:p>
          <a:p>
            <a:r>
              <a:t>• Battery (9V or Power Bank)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Ultrasonic sensor sends sound waves.</a:t>
            </a:r>
          </a:p>
          <a:p>
            <a:r>
              <a:t>If waves hit an object, they return.</a:t>
            </a:r>
          </a:p>
          <a:p>
            <a:r>
              <a:t>Arduino calculates the distance.</a:t>
            </a:r>
          </a:p>
          <a:p>
            <a:r>
              <a:t>If object is close, buzzer turns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VCC → 5V (Arduino)</a:t>
            </a:r>
          </a:p>
          <a:p>
            <a:r>
              <a:t>• GND → GND</a:t>
            </a:r>
          </a:p>
          <a:p>
            <a:r>
              <a:t>• TRIG → Digital Pin 9</a:t>
            </a:r>
          </a:p>
          <a:p>
            <a:r>
              <a:t>• ECHO → Digital Pin 10</a:t>
            </a:r>
          </a:p>
          <a:p>
            <a:r>
              <a:t>• Buzzer → Digital Pin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cost</a:t>
            </a:r>
          </a:p>
          <a:p>
            <a:r>
              <a:t>• Easy to build</a:t>
            </a:r>
          </a:p>
          <a:p>
            <a:r>
              <a:t>• Portable device</a:t>
            </a:r>
          </a:p>
          <a:p>
            <a:r>
              <a:t>• Helps blind people detect obstacles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Assistive device for blind people</a:t>
            </a:r>
          </a:p>
          <a:p>
            <a:r>
              <a:t>• Smart walking stick</a:t>
            </a:r>
          </a:p>
          <a:p>
            <a:r>
              <a:t>• Obstacle detection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vibration motor</a:t>
            </a:r>
          </a:p>
          <a:p>
            <a:r>
              <a:t>• Add voice alerts</a:t>
            </a:r>
          </a:p>
          <a:p>
            <a:r>
              <a:t>• Use rechargeable battery</a:t>
            </a:r>
          </a:p>
          <a:p>
            <a:r>
              <a:t>• Add GPS for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3rd Eye system improves mobility for blind people.</a:t>
            </a:r>
          </a:p>
          <a:p>
            <a:r>
              <a:t>It is a simple and effective assistive technology project using Arduino.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